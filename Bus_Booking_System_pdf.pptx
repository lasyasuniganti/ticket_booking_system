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76720" cy="1143000"/>
          </a:xfrm>
        </p:spPr>
        <p:txBody>
          <a:bodyPr/>
          <a:lstStyle/>
          <a:p>
            <a:r>
              <a:rPr dirty="0"/>
              <a:t>Bu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Ticket </a:t>
            </a:r>
            <a:r>
              <a:rPr dirty="0"/>
              <a:t>Booking Syst</a:t>
            </a:r>
            <a:r>
              <a:rPr lang="en-US" dirty="0"/>
              <a:t>e</a:t>
            </a:r>
            <a:r>
              <a:rPr dirty="0"/>
              <a:t>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dirty="0"/>
              <a:t>Group Members:</a:t>
            </a:r>
          </a:p>
          <a:p>
            <a:r>
              <a:rPr dirty="0"/>
              <a:t>1) Lasya (2510030346)</a:t>
            </a:r>
          </a:p>
          <a:p>
            <a:r>
              <a:rPr dirty="0"/>
              <a:t>2) Hansika (2510030330)</a:t>
            </a:r>
          </a:p>
          <a:p>
            <a:r>
              <a:rPr dirty="0"/>
              <a:t>3</a:t>
            </a:r>
            <a:r>
              <a:rPr lang="en-US" dirty="0"/>
              <a:t>)</a:t>
            </a:r>
            <a:r>
              <a:rPr dirty="0"/>
              <a:t> </a:t>
            </a:r>
            <a:r>
              <a:rPr dirty="0" err="1"/>
              <a:t>Hansarya</a:t>
            </a:r>
            <a:r>
              <a:rPr dirty="0"/>
              <a:t> (2510030342)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Guided by: Faculty</a:t>
            </a:r>
          </a:p>
        </p:txBody>
      </p:sp>
      <p:pic>
        <p:nvPicPr>
          <p:cNvPr id="4" name="Picture 3" descr="kl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1009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implements a Bus Booking System using Java.</a:t>
            </a:r>
          </a:p>
          <a:p>
            <a:endParaRPr/>
          </a:p>
          <a:p>
            <a:r>
              <a:t>It allows users to book and cancel tickets, manage waiting lists, search passengers, and sort passenger records.</a:t>
            </a:r>
          </a:p>
          <a:p>
            <a:endParaRPr/>
          </a:p>
          <a:p>
            <a:r>
              <a:t>The system uses data structures like Linked List, Queue, and Stack to efficiently manage operations and simulate real-time booking.</a:t>
            </a:r>
          </a:p>
        </p:txBody>
      </p:sp>
      <p:pic>
        <p:nvPicPr>
          <p:cNvPr id="4" name="Picture 3" descr="kl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10099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Java Programming Language</a:t>
            </a:r>
          </a:p>
          <a:p>
            <a:pPr marL="0" indent="0">
              <a:buNone/>
            </a:pPr>
            <a:r>
              <a:rPr dirty="0"/>
              <a:t>• Linked List (for storing passengers)</a:t>
            </a:r>
          </a:p>
          <a:p>
            <a:pPr marL="0" indent="0">
              <a:buNone/>
            </a:pPr>
            <a:r>
              <a:rPr dirty="0"/>
              <a:t>• Queue (for waiting list)</a:t>
            </a:r>
          </a:p>
          <a:p>
            <a:pPr marL="0" indent="0">
              <a:buNone/>
            </a:pPr>
            <a:r>
              <a:rPr dirty="0"/>
              <a:t>• Stack (for undo cancellation)</a:t>
            </a:r>
          </a:p>
          <a:p>
            <a:pPr marL="0" indent="0">
              <a:buNone/>
            </a:pPr>
            <a:r>
              <a:rPr dirty="0"/>
              <a:t>• File Handling (to store booking records)</a:t>
            </a:r>
          </a:p>
          <a:p>
            <a:pPr marL="0" indent="0">
              <a:buNone/>
            </a:pPr>
            <a:r>
              <a:rPr dirty="0"/>
              <a:t>• Scanner (for user input handling)</a:t>
            </a:r>
          </a:p>
        </p:txBody>
      </p:sp>
      <p:pic>
        <p:nvPicPr>
          <p:cNvPr id="4" name="Picture 3" descr="kl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10099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Ticket Booking with seat allocation</a:t>
            </a:r>
          </a:p>
          <a:p>
            <a:pPr marL="0" indent="0">
              <a:buNone/>
            </a:pPr>
            <a:r>
              <a:rPr dirty="0"/>
              <a:t>• Ticket Cancellation and auto-fill from waiting list</a:t>
            </a:r>
          </a:p>
          <a:p>
            <a:pPr marL="0" indent="0">
              <a:buNone/>
            </a:pPr>
            <a:r>
              <a:rPr dirty="0"/>
              <a:t>• Undo Cancellation using Stack</a:t>
            </a:r>
          </a:p>
          <a:p>
            <a:pPr marL="0" indent="0">
              <a:buNone/>
            </a:pPr>
            <a:r>
              <a:rPr dirty="0"/>
              <a:t>• Search Passenger by name</a:t>
            </a:r>
          </a:p>
          <a:p>
            <a:pPr marL="0" indent="0">
              <a:buNone/>
            </a:pPr>
            <a:r>
              <a:rPr dirty="0"/>
              <a:t>• Sort Passengers alphabetically</a:t>
            </a:r>
          </a:p>
          <a:p>
            <a:pPr marL="0" indent="0">
              <a:buNone/>
            </a:pPr>
            <a:r>
              <a:rPr dirty="0"/>
              <a:t>• File storage for persistent records</a:t>
            </a:r>
          </a:p>
        </p:txBody>
      </p:sp>
      <p:pic>
        <p:nvPicPr>
          <p:cNvPr id="4" name="Picture 3" descr="kl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10099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Operation (Code &amp; Output)</a:t>
            </a:r>
          </a:p>
        </p:txBody>
      </p:sp>
      <p:pic>
        <p:nvPicPr>
          <p:cNvPr id="3" name="Picture 2" descr="Screenshot 2026-03-27 175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78" y="2708476"/>
            <a:ext cx="3657600" cy="1632030"/>
          </a:xfrm>
          <a:prstGeom prst="rect">
            <a:avLst/>
          </a:prstGeom>
        </p:spPr>
      </p:pic>
      <p:pic>
        <p:nvPicPr>
          <p:cNvPr id="4" name="Picture 3" descr="Screenshot 2026-03-27 1753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258" y="2133600"/>
            <a:ext cx="3657600" cy="3355258"/>
          </a:xfrm>
          <a:prstGeom prst="rect">
            <a:avLst/>
          </a:prstGeom>
        </p:spPr>
      </p:pic>
      <p:pic>
        <p:nvPicPr>
          <p:cNvPr id="5" name="Picture 4" descr="kl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10099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Cancellation Operation (Code &amp; Output)</a:t>
            </a:r>
          </a:p>
        </p:txBody>
      </p:sp>
      <p:pic>
        <p:nvPicPr>
          <p:cNvPr id="3" name="Picture 2" descr="Screenshot 2026-03-27 17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5588"/>
            <a:ext cx="3657600" cy="2344024"/>
          </a:xfrm>
          <a:prstGeom prst="rect">
            <a:avLst/>
          </a:prstGeom>
        </p:spPr>
      </p:pic>
      <p:pic>
        <p:nvPicPr>
          <p:cNvPr id="4" name="Picture 3" descr="Screenshot 2026-03-27 175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82448"/>
            <a:ext cx="3657600" cy="3750304"/>
          </a:xfrm>
          <a:prstGeom prst="rect">
            <a:avLst/>
          </a:prstGeom>
        </p:spPr>
      </p:pic>
      <p:pic>
        <p:nvPicPr>
          <p:cNvPr id="5" name="Picture 4" descr="kl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10099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Operation (Code &amp; Output)</a:t>
            </a:r>
          </a:p>
        </p:txBody>
      </p:sp>
      <p:pic>
        <p:nvPicPr>
          <p:cNvPr id="3" name="Picture 2" descr="Screenshot 2026-03-27 175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82240"/>
            <a:ext cx="3657600" cy="1774272"/>
          </a:xfrm>
          <a:prstGeom prst="rect">
            <a:avLst/>
          </a:prstGeom>
        </p:spPr>
      </p:pic>
      <p:pic>
        <p:nvPicPr>
          <p:cNvPr id="4" name="Picture 3" descr="Screenshot 2026-03-27 1756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8736"/>
            <a:ext cx="3657600" cy="2917371"/>
          </a:xfrm>
          <a:prstGeom prst="rect">
            <a:avLst/>
          </a:prstGeom>
        </p:spPr>
      </p:pic>
      <p:pic>
        <p:nvPicPr>
          <p:cNvPr id="5" name="Picture 4" descr="kl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10099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Operation (Code &amp; Output)</a:t>
            </a:r>
          </a:p>
        </p:txBody>
      </p:sp>
      <p:pic>
        <p:nvPicPr>
          <p:cNvPr id="3" name="Picture 2" descr="Screenshot 2026-03-27 175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0" y="2133600"/>
            <a:ext cx="3657600" cy="3867528"/>
          </a:xfrm>
          <a:prstGeom prst="rect">
            <a:avLst/>
          </a:prstGeom>
        </p:spPr>
      </p:pic>
      <p:pic>
        <p:nvPicPr>
          <p:cNvPr id="4" name="Picture 3" descr="Screenshot 2026-03-27 1757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" y="2641600"/>
            <a:ext cx="3657600" cy="2610196"/>
          </a:xfrm>
          <a:prstGeom prst="rect">
            <a:avLst/>
          </a:prstGeom>
        </p:spPr>
      </p:pic>
      <p:pic>
        <p:nvPicPr>
          <p:cNvPr id="5" name="Picture 4" descr="kl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1009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197</Words>
  <Application>Microsoft Office PowerPoint</Application>
  <PresentationFormat>On-screen Show (4:3)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Bus Ticket Booking System</vt:lpstr>
      <vt:lpstr>Project Overview</vt:lpstr>
      <vt:lpstr>Technologies Used</vt:lpstr>
      <vt:lpstr>System Features</vt:lpstr>
      <vt:lpstr>Booking Operation (Code &amp; Output)</vt:lpstr>
      <vt:lpstr>Cancellation Operation (Code &amp; Output)</vt:lpstr>
      <vt:lpstr>Search Operation (Code &amp; Output)</vt:lpstr>
      <vt:lpstr>Sorting Operation (Code &amp; Output)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lasya</dc:creator>
  <cp:keywords/>
  <dc:description>generated using python-pptx</dc:description>
  <cp:lastModifiedBy>Suniganti lasya</cp:lastModifiedBy>
  <cp:revision>3</cp:revision>
  <dcterms:created xsi:type="dcterms:W3CDTF">2013-01-27T09:14:16Z</dcterms:created>
  <dcterms:modified xsi:type="dcterms:W3CDTF">2026-03-27T13:22:09Z</dcterms:modified>
  <cp:category/>
</cp:coreProperties>
</file>